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流量分析业务系统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EDF1F7"/>
                </a:solidFill>
                <a:latin typeface="Microsoft YaHei"/>
                <a:ea typeface="Microsoft YaHei"/>
              </a:rPr>
              <a:t>从安全事件发现到版本化智能研判、按日归档的闭环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DD7EE"/>
                </a:solidFill>
                <a:latin typeface="Microsoft YaHei"/>
                <a:ea typeface="Microsoft YaHei"/>
              </a:rPr>
              <a:t>事件聚合收敛 · 版本化自动研判 · PCAP 证据链 · 按日归档 · 自动报告交付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告警处置面临的问题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告警碎片化：多系统各自告警，信息分散，需要手工拼接上下文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依赖专家经验：处置路径取决于个人能力，新人难上手、质量不稳定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过程不可复盘：判断散落在聊天或口头结论，难审计、难复用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报告成本高：事件结束后人工整理材料，汇报慢、格式不统一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历史告警无归档：事件列表全量膨胀，无法快速聚焦当天工作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系统核心能力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事件聚合建模：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同源同目标同类型合并，累计发生次数与量化统计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版本化自动研判：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初版快报、收敛终报、手动刷新，报告可追溯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按日归档：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今日工作视图 + 历史归档按日浏览，服务端分页过滤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PCAP 证据链：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单文件下载、聚合全量 ZIP、管理端节点代理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报告交付：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事件分析报告与资产 IP 月度总结，支持 Word 下载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独立部署：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MySQL 全量存储、IAM 剥离、ARM64 离线部署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系统优势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更快：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推送即聚合、自动生成初版分析，缩短告警到研判时间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更准：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先证据后判断，量化统计支撑风险定级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可追溯：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任务、动作、命令、总结全过程留痕，结论可回看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可复用：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报告版本化与月度总结模板沉淀为团队能力资产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可运维：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按日归档、服务端分页、LLM/MySQL 配置健康测试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安全事件处理链路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1. ta_node 推送：融合采集节点将规则命中与证据一并推送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2. 指纹聚合：源 IP + 目标 IP + 事件类型合并为一条聚合事件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3. 初版分析：自动生成初版快报（analysis_version=1）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4. 静默收敛：30 分钟无新命中自动收敛并生成终版（version=2）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5. 手动刷新：按需重跑最新分析（version&gt;=3）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6. 每日归档：已收敛旧事件按最后活跃日归档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7. 视图交付：今日视图、历史归档按日浏览、全局搜索全量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报告版本化：analysis_version 区分初版 / 终版 / 手动刷新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量化统计：occurrence_count、quant_stats、severity_basis 支撑研判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收敛机制：last_seen_at + aggregation_closed，新命中自动重开收敛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按日归档：archive_date + archive_jobs，列表服务端分页与条件过滤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证据代理：evidence_nodes 映射、路径校验、大小与超时限制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独立运行：MySQL 全量迁移、LLM/MySQL 测试连接、本地认证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自动研判与报告版本化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初版快报 initial：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事件创建后自动生成，快速给出初步研判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收敛终报 final：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静默超时后自动生成，occurrence_count 即最终频次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手动刷新 manual：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人工触发重新分析，版本号递增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下载口径：</a:t>
            </a: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Word 仅渲染最新一轮报告，不堆叠历史版本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流量聚合与收敛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聚合键：SHA256（源 IP | 目标 IP | 归一化事件类型）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累计信息：发生次数、首末时间、命中明细、量化统计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收敛窗口：30 分钟无新增命中自动收敛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重新打开：收敛后再次命中会重开收敛并回到今日视图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按日归档与工作视图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归档标记：events.archive_date，NULL 表示未归档（今日视图）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归档条件：仅已收敛且最后活跃早于今日的事件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定时任务：每日 00:10 自动执行，无需人工触发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存量回填：启动时一次性归档历史已收敛事件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查询口径：列表默认今日，历史按日浏览，搜索默认全量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PCAP 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节点字段：evidence_files 透传 name / type / size / path_ref / sha256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单文件下载：按事件与序号经管理端代理节点证据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全量 ZIP：聚合事件全部命中并发拉取，失败附清单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节点解析：evidence_nodes[device_id] 映射节点地址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信息脱敏：报告与界面仅显示文件名，不暴露机器完整路径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数据组织与可追溯机制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events：事件主档，含聚合、收敛、归档、审核、通报编号字段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messages / tasks / actions / commands / executions：过程留痕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summaries：版本化分析结论（初版 / 终版 / 手动刷新）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archive_jobs：每日归档任务与进度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asset_report_summaries / jobs：资产 IP 月度总结与异步任务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traffic_assets / event_maps：资产档案与聚合键映射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分析报告生成机制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报告输入：事件上下文 + 量化统计 + 证据清单 + 分析过程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报告模块：事件概览、关键证据、影响分析、处置建议、附件清单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Word 交付：下载仅渲染最新一轮分析结果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月度总结：按资产 IP 聚合整月报告，异步任务 + 进度查询 + 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独立部署与运维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存储：全面迁移 MySQL，auto_migrate 幂等建表与补列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配置：LLM / MySQL 参数可视化配置、健康测试、保存回填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认证：IAM 剥离，本地账户独立运行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交付：ARM64 镜像、docker compose、内网离线部署流程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可靠性：配置挂载可写、启动归档回填、收敛后台扫描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下一步方向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修复节点配置在 MariaDB 上的 SQL 兼容问题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提供总览专用统计接口，替代前端分页近似统计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实现分层报告：管理层摘要 / 安全团队报告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增强多节点证据管理与归档日搜索能力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42932"/>
                </a:solidFill>
                <a:latin typeface="Microsoft YaHei"/>
                <a:ea typeface="Microsoft YaHei"/>
              </a:rPr>
              <a:t>• 持续优化风险评分与处置优先级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让安全分析从“人找线索”变成“系统组织研判”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EDF1F7"/>
                </a:solidFill>
                <a:latin typeface="Microsoft YaHei"/>
                <a:ea typeface="Microsoft YaHei"/>
              </a:rPr>
              <a:t>一线安全人员：自动整理上下文、自动生成报告与证据包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DF1F7"/>
                </a:solidFill>
                <a:latin typeface="Microsoft YaHei"/>
                <a:ea typeface="Microsoft YaHei"/>
              </a:rPr>
              <a:t>安全团队：分析路径标准化、事件过程可复盘、经验可沉淀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DF1F7"/>
                </a:solidFill>
                <a:latin typeface="Microsoft YaHei"/>
                <a:ea typeface="Microsoft YaHei"/>
              </a:rPr>
              <a:t>管理层：今日视图、按日归档、月度总结支撑跨事件对比与决策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